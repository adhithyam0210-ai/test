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03CCE-15C6-ABB4-4294-CC16C85349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8196A0-7C4F-F663-E610-79F0EC3C52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22CE6A-5DEA-0056-CCE6-C9B6961FD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08F20-B2C4-441F-AE0E-2ACCC32C7335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55B9E-BE71-3A0F-D988-F1BFA645D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B1F562-4913-B409-ACA4-0809F377E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8557D-EC90-40D5-9D61-093F0464F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3013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5C31F-BE74-4D4D-FEB6-05E261B3A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69F3B-5D43-17D1-A412-00859A81A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DB8FE-C16A-B482-F039-B533BCD25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08F20-B2C4-441F-AE0E-2ACCC32C7335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2CC4C-3927-72B2-23E2-1B2DBBC62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ADCFA-390A-3376-EAEE-5A593FADB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8557D-EC90-40D5-9D61-093F0464F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4744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A17F6-B53C-3380-94F2-CC1034026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669822-C700-896C-F3ED-9F48908CE3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E59391-D8BC-178B-3E33-BBD5CE554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08F20-B2C4-441F-AE0E-2ACCC32C7335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3B084-4477-57EE-412D-B13FCD84C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E95ACD-CE54-9900-C73E-C2A6358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8557D-EC90-40D5-9D61-093F0464F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4743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9467E-ED2C-FDFE-7E5C-9D3163299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D01E5-3251-2501-5864-05D4F5F1C5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338119-2A6A-AFFE-07C1-556EC2ABD8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ADC2FB-7758-D59F-C361-8FCD56692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08F20-B2C4-441F-AE0E-2ACCC32C7335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97288F-5BBC-EB87-C8DC-9B0C736A6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83E7B9-EE82-4ED4-0D01-847D8207E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8557D-EC90-40D5-9D61-093F0464F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6325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65AAA-AFC7-936F-1E7C-6EE3FD5B2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880A3D-1D84-4364-6F60-1AA2A9F18F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69C2F4-CF95-B4E1-B3AD-391BFF72D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29E9FB-6906-5908-8A76-78AAE2381D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26D3D8-940B-77A6-4854-DA97C29D74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1EF05F-90E5-3534-0C1C-01064EC37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08F20-B2C4-441F-AE0E-2ACCC32C7335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89A373-C41B-7BBE-D2A3-A6B79937E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172FF3-C014-0F5F-2EC5-6DF36BA84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8557D-EC90-40D5-9D61-093F0464F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9948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FBAE5-EF9C-C897-8007-F634B86E2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42E91B-A6F5-A906-7F8B-47DDE75F2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08F20-B2C4-441F-AE0E-2ACCC32C7335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1F2B4D-4D67-053A-43A9-7DDE46083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C01282-6B30-DD36-26C4-6E5211372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8557D-EC90-40D5-9D61-093F0464F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0264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C75102-AFA1-EFED-360B-74F2D2675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08F20-B2C4-441F-AE0E-2ACCC32C7335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363092-CE25-6258-E0B8-9EBD081DB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9B578A-98A6-75E6-9213-E6F0CDE6C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8557D-EC90-40D5-9D61-093F0464F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014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8DD68-CC1D-6AFC-88F3-913855467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E9C74-86DF-153F-4F55-8EF9A0F67C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2D5B2F-7E81-9DFF-26A3-B9D9A2C6F1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154848-1E15-2DDD-AD14-10AFFF76A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08F20-B2C4-441F-AE0E-2ACCC32C7335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E1B6EA-713B-7813-BAA4-26696D3D9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69F3A2-F97E-D385-CC8B-0A79E1C44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8557D-EC90-40D5-9D61-093F0464F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2561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09365-23B9-A9CA-9DB5-1E832E86C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3EE702-CC9C-7157-AA55-83C6822792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C98007-15CD-F7D9-09ED-E93E00FCDE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80DDAA-2370-B934-E11E-2DF93C55F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08F20-B2C4-441F-AE0E-2ACCC32C7335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497DAD-BBA7-9E34-702C-5784DF25F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20F2BD-774E-68FF-FCC0-F399C3BA6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8557D-EC90-40D5-9D61-093F0464F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1761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07883-C21C-1DA6-DAE8-4BFDD92D1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E72AE2-2CBB-7CFF-665F-36A53C0CF1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D42AD-A69B-9ED9-991C-42AD58691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08F20-B2C4-441F-AE0E-2ACCC32C7335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19DFFC-0D2A-2148-A013-F6169E1A4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3ABE98-5D1E-BAA2-4AAF-8E5172AD4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8557D-EC90-40D5-9D61-093F0464F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9933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CDB5DE-F24E-8BE2-DA0B-C7291DF48A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B08DDF-32E1-CB37-F53B-32C6208FFC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83B4C1-7E80-4E31-50E2-FB7F51C7F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08F20-B2C4-441F-AE0E-2ACCC32C7335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344EC2-D47C-1040-C8EE-8A2E25136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2CF42-4F76-D66B-EF9D-52A9F6611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8557D-EC90-40D5-9D61-093F0464F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7145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DF8C2B-7587-2F7E-4CC8-A43D8A6C7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602240-78BF-A7D4-5D57-384C24FFE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054B7-A8DB-0038-007E-962C4AF50A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A08F20-B2C4-441F-AE0E-2ACCC32C7335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039D2-81D3-DC5A-5B35-6B4C1E960B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71672A-CCCF-4E8A-3703-F1F3F19B3D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A8557D-EC90-40D5-9D61-093F0464F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2528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aucedemo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5ED02-6325-0C39-D001-B04AAE913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06942"/>
          </a:xfrm>
        </p:spPr>
        <p:txBody>
          <a:bodyPr>
            <a:normAutofit/>
          </a:bodyPr>
          <a:lstStyle/>
          <a:p>
            <a:r>
              <a:rPr lang="en-IN" sz="2000" dirty="0"/>
              <a:t>Create 5 Testcase for https://www.saucedemo.com/ login both +</a:t>
            </a:r>
            <a:r>
              <a:rPr lang="en-IN" sz="2000" dirty="0" err="1"/>
              <a:t>ve</a:t>
            </a:r>
            <a:r>
              <a:rPr lang="en-IN" sz="2000" dirty="0"/>
              <a:t> and -</a:t>
            </a:r>
            <a:r>
              <a:rPr lang="en-IN" sz="2000" dirty="0" err="1"/>
              <a:t>ve</a:t>
            </a:r>
            <a:r>
              <a:rPr lang="en-IN" sz="2000" dirty="0"/>
              <a:t> cases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DEEE97E-90C9-F824-5435-47FFDD902C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7153821"/>
              </p:ext>
            </p:extLst>
          </p:nvPr>
        </p:nvGraphicFramePr>
        <p:xfrm>
          <a:off x="838200" y="1143000"/>
          <a:ext cx="10515600" cy="5578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12678042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85526097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31315297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62662354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06685130"/>
                    </a:ext>
                  </a:extLst>
                </a:gridCol>
              </a:tblGrid>
              <a:tr h="2367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Test Case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Test Case 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Test Steps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Test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Expected 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7600827"/>
                  </a:ext>
                </a:extLst>
              </a:tr>
              <a:tr h="9388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TC_LOGIN_001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Verify login with valid credentials (+ve)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1. Open </a:t>
                      </a:r>
                      <a:r>
                        <a:rPr lang="en-IN" sz="1000">
                          <a:hlinkClick r:id="rId2"/>
                        </a:rPr>
                        <a:t>https://www.saucedemo.com/</a:t>
                      </a:r>
                      <a:r>
                        <a:rPr lang="en-IN" sz="1000"/>
                        <a:t> 2. Enter valid username. 3. Enter valid password. 4. Click </a:t>
                      </a:r>
                      <a:r>
                        <a:rPr lang="en-IN" sz="1000" b="1"/>
                        <a:t>Login</a:t>
                      </a:r>
                      <a:r>
                        <a:rPr lang="en-IN" sz="100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Username: </a:t>
                      </a:r>
                      <a:r>
                        <a:rPr lang="en-IN" sz="1000">
                          <a:latin typeface="Courier New" panose="02070309020205020404" pitchFamily="49" charset="0"/>
                        </a:rPr>
                        <a:t>standard_user</a:t>
                      </a:r>
                      <a:r>
                        <a:rPr lang="en-IN" sz="1000"/>
                        <a:t> Password: </a:t>
                      </a:r>
                      <a:r>
                        <a:rPr lang="en-IN" sz="1000">
                          <a:latin typeface="Courier New" panose="02070309020205020404" pitchFamily="49" charset="0"/>
                        </a:rPr>
                        <a:t>secret_sauce</a:t>
                      </a:r>
                      <a:endParaRPr lang="en-IN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User should be successfully logged in and redirected to the </a:t>
                      </a:r>
                      <a:r>
                        <a:rPr lang="en-IN" sz="1000" b="1"/>
                        <a:t>Products</a:t>
                      </a:r>
                      <a:r>
                        <a:rPr lang="en-IN" sz="1000"/>
                        <a:t> page.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3281786"/>
                  </a:ext>
                </a:extLst>
              </a:tr>
              <a:tr h="11948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TC_LOGIN_002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Verify login with invalid password (-ve)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1. Open </a:t>
                      </a:r>
                      <a:r>
                        <a:rPr lang="en-IN" sz="1000">
                          <a:hlinkClick r:id="rId2"/>
                        </a:rPr>
                        <a:t>https://www.saucedemo.com/</a:t>
                      </a:r>
                      <a:r>
                        <a:rPr lang="en-IN" sz="1000"/>
                        <a:t> 2. Enter valid username. 3. Enter an invalid password. 4. Click </a:t>
                      </a:r>
                      <a:r>
                        <a:rPr lang="en-IN" sz="1000" b="1"/>
                        <a:t>Login</a:t>
                      </a:r>
                      <a:r>
                        <a:rPr lang="en-IN" sz="100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Username: </a:t>
                      </a:r>
                      <a:r>
                        <a:rPr lang="en-IN" sz="1000">
                          <a:latin typeface="Courier New" panose="02070309020205020404" pitchFamily="49" charset="0"/>
                        </a:rPr>
                        <a:t>standard_user</a:t>
                      </a:r>
                      <a:r>
                        <a:rPr lang="en-IN" sz="1000"/>
                        <a:t> Password: </a:t>
                      </a:r>
                      <a:r>
                        <a:rPr lang="en-IN" sz="1000">
                          <a:latin typeface="Courier New" panose="02070309020205020404" pitchFamily="49" charset="0"/>
                        </a:rPr>
                        <a:t>wrong_password</a:t>
                      </a:r>
                      <a:endParaRPr lang="en-IN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Login should fail and an error message </a:t>
                      </a:r>
                      <a:r>
                        <a:rPr lang="en-IN" sz="1000" b="1"/>
                        <a:t>"Username and password do not match any user in this service"</a:t>
                      </a:r>
                      <a:r>
                        <a:rPr lang="en-IN" sz="1000"/>
                        <a:t> should be displayed.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5155715"/>
                  </a:ext>
                </a:extLst>
              </a:tr>
              <a:tr h="11948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TC_LOGIN_003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Verify login with invalid username (-ve)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1. Open </a:t>
                      </a:r>
                      <a:r>
                        <a:rPr lang="en-IN" sz="1000">
                          <a:hlinkClick r:id="rId2"/>
                        </a:rPr>
                        <a:t>https://www.saucedemo.com/</a:t>
                      </a:r>
                      <a:r>
                        <a:rPr lang="en-IN" sz="1000"/>
                        <a:t> 2. Enter an invalid username. 3. Enter the valid password. 4. Click </a:t>
                      </a:r>
                      <a:r>
                        <a:rPr lang="en-IN" sz="1000" b="1"/>
                        <a:t>Login</a:t>
                      </a:r>
                      <a:r>
                        <a:rPr lang="en-IN" sz="100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Username: </a:t>
                      </a:r>
                      <a:r>
                        <a:rPr lang="en-IN" sz="1000">
                          <a:latin typeface="Courier New" panose="02070309020205020404" pitchFamily="49" charset="0"/>
                        </a:rPr>
                        <a:t>invalid_user</a:t>
                      </a:r>
                      <a:r>
                        <a:rPr lang="en-IN" sz="1000"/>
                        <a:t> Password: </a:t>
                      </a:r>
                      <a:r>
                        <a:rPr lang="en-IN" sz="1000">
                          <a:latin typeface="Courier New" panose="02070309020205020404" pitchFamily="49" charset="0"/>
                        </a:rPr>
                        <a:t>secret_sauce</a:t>
                      </a:r>
                      <a:endParaRPr lang="en-IN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Login should fail and an error message </a:t>
                      </a:r>
                      <a:r>
                        <a:rPr lang="en-IN" sz="1000" b="1"/>
                        <a:t>"Username and password do not match any user in this service"</a:t>
                      </a:r>
                      <a:r>
                        <a:rPr lang="en-IN" sz="1000"/>
                        <a:t> should be displayed.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4298236"/>
                  </a:ext>
                </a:extLst>
              </a:tr>
              <a:tr h="10668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TC_LOGIN_004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Verify login with blank username and password (-ve)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1. Open </a:t>
                      </a:r>
                      <a:r>
                        <a:rPr lang="en-IN" sz="1000">
                          <a:hlinkClick r:id="rId2"/>
                        </a:rPr>
                        <a:t>https://www.saucedemo.com/</a:t>
                      </a:r>
                      <a:r>
                        <a:rPr lang="en-IN" sz="1000"/>
                        <a:t> 2. Leave both Username and Password fields empty. 3. Click </a:t>
                      </a:r>
                      <a:r>
                        <a:rPr lang="en-IN" sz="1000" b="1"/>
                        <a:t>Login</a:t>
                      </a:r>
                      <a:r>
                        <a:rPr lang="en-IN" sz="100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Username: </a:t>
                      </a:r>
                      <a:r>
                        <a:rPr lang="en-IN" sz="1000" i="1"/>
                        <a:t>(Blank)</a:t>
                      </a:r>
                      <a:r>
                        <a:rPr lang="en-IN" sz="1000"/>
                        <a:t> Password: </a:t>
                      </a:r>
                      <a:r>
                        <a:rPr lang="en-IN" sz="1000" i="1"/>
                        <a:t>(Blank)</a:t>
                      </a:r>
                      <a:endParaRPr lang="en-IN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Login should fail and the error message </a:t>
                      </a:r>
                      <a:r>
                        <a:rPr lang="en-IN" sz="1000" b="1"/>
                        <a:t>"Username is required"</a:t>
                      </a:r>
                      <a:r>
                        <a:rPr lang="en-IN" sz="1000"/>
                        <a:t> should be displayed.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6075834"/>
                  </a:ext>
                </a:extLst>
              </a:tr>
              <a:tr h="9388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TC_LOGIN_005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Verify login with locked user account (-</a:t>
                      </a:r>
                      <a:r>
                        <a:rPr lang="en-IN" sz="1000" dirty="0" err="1"/>
                        <a:t>ve</a:t>
                      </a:r>
                      <a:r>
                        <a:rPr lang="en-IN" sz="10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1. Open </a:t>
                      </a:r>
                      <a:r>
                        <a:rPr lang="en-IN" sz="1000">
                          <a:hlinkClick r:id="rId2"/>
                        </a:rPr>
                        <a:t>https://www.saucedemo.com/</a:t>
                      </a:r>
                      <a:r>
                        <a:rPr lang="en-IN" sz="1000"/>
                        <a:t> 2. Enter locked user credentials. 3. Click </a:t>
                      </a:r>
                      <a:r>
                        <a:rPr lang="en-IN" sz="1000" b="1"/>
                        <a:t>Login</a:t>
                      </a:r>
                      <a:r>
                        <a:rPr lang="en-IN" sz="100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Username: </a:t>
                      </a:r>
                      <a:r>
                        <a:rPr lang="en-IN" sz="1000">
                          <a:latin typeface="Courier New" panose="02070309020205020404" pitchFamily="49" charset="0"/>
                        </a:rPr>
                        <a:t>locked_out_user</a:t>
                      </a:r>
                      <a:r>
                        <a:rPr lang="en-IN" sz="1000"/>
                        <a:t> Password: </a:t>
                      </a:r>
                      <a:r>
                        <a:rPr lang="en-IN" sz="1000">
                          <a:latin typeface="Courier New" panose="02070309020205020404" pitchFamily="49" charset="0"/>
                        </a:rPr>
                        <a:t>secret_sauce</a:t>
                      </a:r>
                      <a:endParaRPr lang="en-IN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Login should fail and the error message </a:t>
                      </a:r>
                      <a:r>
                        <a:rPr lang="en-IN" sz="1000" b="1" dirty="0"/>
                        <a:t>"Sorry, this user has been locked out."</a:t>
                      </a:r>
                      <a:r>
                        <a:rPr lang="en-IN" sz="1000" dirty="0"/>
                        <a:t> should be displayed.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25403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8805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386</Words>
  <Application>Microsoft Office PowerPoint</Application>
  <PresentationFormat>Widescreen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Courier New</vt:lpstr>
      <vt:lpstr>Office Theme</vt:lpstr>
      <vt:lpstr>Create 5 Testcase for https://www.saucedemo.com/ login both +ve and -ve cases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Adhi M</dc:creator>
  <cp:lastModifiedBy>Adhi M</cp:lastModifiedBy>
  <cp:revision>1</cp:revision>
  <dcterms:created xsi:type="dcterms:W3CDTF">2026-07-07T13:42:34Z</dcterms:created>
  <dcterms:modified xsi:type="dcterms:W3CDTF">2026-07-07T13:46:53Z</dcterms:modified>
</cp:coreProperties>
</file>